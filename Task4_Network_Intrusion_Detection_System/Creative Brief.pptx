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Bold" charset="1" panose="02000506030000020004"/>
      <p:regular r:id="rId18"/>
    </p:embeddedFont>
    <p:embeddedFont>
      <p:font typeface="Nunito" charset="1" panose="00000000000000000000"/>
      <p:regular r:id="rId19"/>
    </p:embeddedFont>
    <p:embeddedFont>
      <p:font typeface="Proxima Nova" charset="1" panose="02000506030000020004"/>
      <p:regular r:id="rId20"/>
    </p:embeddedFont>
    <p:embeddedFont>
      <p:font typeface="Nunito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913546" y="3282949"/>
            <a:ext cx="14460907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NETWORK INT</a:t>
            </a:r>
            <a:r>
              <a:rPr lang="en-US" b="true" sz="5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RUSION DETECTION SYSTEM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4559" y="5143500"/>
            <a:ext cx="6578882" cy="1023974"/>
            <a:chOff x="0" y="0"/>
            <a:chExt cx="1732710" cy="269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45186" y="5226862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 Om Mehra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36768" y="4284615"/>
            <a:ext cx="12919264" cy="73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3"/>
              </a:lnSpc>
            </a:pPr>
            <a:r>
              <a:rPr lang="en-US" sz="428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CODE ALPHA CYBER SECURITY INTERNSHIP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57717" y="3582453"/>
            <a:ext cx="2599366" cy="2552105"/>
          </a:xfrm>
          <a:custGeom>
            <a:avLst/>
            <a:gdLst/>
            <a:ahLst/>
            <a:cxnLst/>
            <a:rect r="r" b="b" t="t" l="l"/>
            <a:pathLst>
              <a:path h="2552105" w="2599366">
                <a:moveTo>
                  <a:pt x="0" y="0"/>
                </a:moveTo>
                <a:lnTo>
                  <a:pt x="2599366" y="0"/>
                </a:lnTo>
                <a:lnTo>
                  <a:pt x="2599366" y="2552105"/>
                </a:lnTo>
                <a:lnTo>
                  <a:pt x="0" y="2552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332234" y="4725574"/>
            <a:ext cx="1521671" cy="1521671"/>
          </a:xfrm>
          <a:custGeom>
            <a:avLst/>
            <a:gdLst/>
            <a:ahLst/>
            <a:cxnLst/>
            <a:rect r="r" b="b" t="t" l="l"/>
            <a:pathLst>
              <a:path h="1521671" w="1521671">
                <a:moveTo>
                  <a:pt x="0" y="0"/>
                </a:moveTo>
                <a:lnTo>
                  <a:pt x="1521671" y="0"/>
                </a:lnTo>
                <a:lnTo>
                  <a:pt x="1521671" y="1521671"/>
                </a:lnTo>
                <a:lnTo>
                  <a:pt x="0" y="15216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08802" y="1312787"/>
            <a:ext cx="1262343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INTRODUCTION TO IDS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57101" y="3525303"/>
            <a:ext cx="1011776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 Intrusion Detection System (IDS) monitors network traffic and detects suspicious activities or security threats.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purpose of an IDS is to identify potential attacks and alert administrators before damage occurs.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48536" y="3477071"/>
            <a:ext cx="736580" cy="7365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48536" y="4475915"/>
            <a:ext cx="736580" cy="73658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48536" y="5468443"/>
            <a:ext cx="736580" cy="7365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348536" y="6462198"/>
            <a:ext cx="736580" cy="73658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348536" y="7455953"/>
            <a:ext cx="736580" cy="73658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20216" y="6183627"/>
            <a:ext cx="1764034" cy="1640617"/>
          </a:xfrm>
          <a:custGeom>
            <a:avLst/>
            <a:gdLst/>
            <a:ahLst/>
            <a:cxnLst/>
            <a:rect r="r" b="b" t="t" l="l"/>
            <a:pathLst>
              <a:path h="1640617" w="1764034">
                <a:moveTo>
                  <a:pt x="0" y="0"/>
                </a:moveTo>
                <a:lnTo>
                  <a:pt x="1764034" y="0"/>
                </a:lnTo>
                <a:lnTo>
                  <a:pt x="1764034" y="1640616"/>
                </a:lnTo>
                <a:lnTo>
                  <a:pt x="0" y="1640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935781" y="1230454"/>
            <a:ext cx="1241643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OBJECTIVES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90182" y="3586293"/>
            <a:ext cx="10021179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Monitor network traffic in real time.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Detect suspicious activities.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Generate security alerts.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Improve network security awareness.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Demonstrate basic IDS functionality using Python.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92492" y="3602259"/>
            <a:ext cx="648668" cy="4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392492" y="4601103"/>
            <a:ext cx="648668" cy="4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92492" y="5593631"/>
            <a:ext cx="648668" cy="4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392492" y="6587386"/>
            <a:ext cx="648668" cy="4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392492" y="7581141"/>
            <a:ext cx="648668" cy="4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6"/>
              </a:lnSpc>
            </a:pPr>
            <a:r>
              <a:rPr lang="en-US" sz="2454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389588" y="7818887"/>
            <a:ext cx="1005446" cy="1010960"/>
          </a:xfrm>
          <a:custGeom>
            <a:avLst/>
            <a:gdLst/>
            <a:ahLst/>
            <a:cxnLst/>
            <a:rect r="r" b="b" t="t" l="l"/>
            <a:pathLst>
              <a:path h="1010960" w="1005446">
                <a:moveTo>
                  <a:pt x="0" y="0"/>
                </a:moveTo>
                <a:lnTo>
                  <a:pt x="1005446" y="0"/>
                </a:lnTo>
                <a:lnTo>
                  <a:pt x="1005446" y="1010961"/>
                </a:lnTo>
                <a:lnTo>
                  <a:pt x="0" y="1010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52257" y="3395517"/>
            <a:ext cx="9963558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Programming Language: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Python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Library: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Scapy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Development Tool: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Visual Studio Code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Platform: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                           Windows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519271" y="6482822"/>
            <a:ext cx="875764" cy="875764"/>
          </a:xfrm>
          <a:custGeom>
            <a:avLst/>
            <a:gdLst/>
            <a:ahLst/>
            <a:cxnLst/>
            <a:rect r="r" b="b" t="t" l="l"/>
            <a:pathLst>
              <a:path h="875764" w="875764">
                <a:moveTo>
                  <a:pt x="0" y="0"/>
                </a:moveTo>
                <a:lnTo>
                  <a:pt x="875763" y="0"/>
                </a:lnTo>
                <a:lnTo>
                  <a:pt x="875763" y="875764"/>
                </a:lnTo>
                <a:lnTo>
                  <a:pt x="0" y="875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008866" y="1230454"/>
            <a:ext cx="1227026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TECHNOLOGIES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512420" y="3034709"/>
            <a:ext cx="1762448" cy="1502888"/>
          </a:xfrm>
          <a:custGeom>
            <a:avLst/>
            <a:gdLst/>
            <a:ahLst/>
            <a:cxnLst/>
            <a:rect r="r" b="b" t="t" l="l"/>
            <a:pathLst>
              <a:path h="1502888" w="1762448">
                <a:moveTo>
                  <a:pt x="0" y="0"/>
                </a:moveTo>
                <a:lnTo>
                  <a:pt x="1762449" y="0"/>
                </a:lnTo>
                <a:lnTo>
                  <a:pt x="1762449" y="1502887"/>
                </a:lnTo>
                <a:lnTo>
                  <a:pt x="0" y="1502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799551" y="3297759"/>
            <a:ext cx="9963558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ICMP Flood Detection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Detects excessive ping requests.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SYN Flood Detection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Detects excessive TCP SYN packets.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Suspicious Port Detection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Alerts on connections to risky ports such as: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• Port 21 (FTP)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  • Port 23 (Telnet)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616332" y="5795849"/>
            <a:ext cx="1554625" cy="1048665"/>
          </a:xfrm>
          <a:custGeom>
            <a:avLst/>
            <a:gdLst/>
            <a:ahLst/>
            <a:cxnLst/>
            <a:rect r="r" b="b" t="t" l="l"/>
            <a:pathLst>
              <a:path h="1048665" w="1554625">
                <a:moveTo>
                  <a:pt x="0" y="0"/>
                </a:moveTo>
                <a:lnTo>
                  <a:pt x="1554625" y="0"/>
                </a:lnTo>
                <a:lnTo>
                  <a:pt x="1554625" y="1048665"/>
                </a:lnTo>
                <a:lnTo>
                  <a:pt x="0" y="1048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947822" y="1650624"/>
            <a:ext cx="1488353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DETECTION RULES IMPLEMENTED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768540" y="5867979"/>
            <a:ext cx="2032961" cy="2014479"/>
          </a:xfrm>
          <a:custGeom>
            <a:avLst/>
            <a:gdLst/>
            <a:ahLst/>
            <a:cxnLst/>
            <a:rect r="r" b="b" t="t" l="l"/>
            <a:pathLst>
              <a:path h="2014479" w="2032961">
                <a:moveTo>
                  <a:pt x="0" y="0"/>
                </a:moveTo>
                <a:lnTo>
                  <a:pt x="2032961" y="0"/>
                </a:lnTo>
                <a:lnTo>
                  <a:pt x="2032961" y="2014479"/>
                </a:lnTo>
                <a:lnTo>
                  <a:pt x="0" y="2014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884432" y="7066989"/>
            <a:ext cx="1762448" cy="1502888"/>
          </a:xfrm>
          <a:custGeom>
            <a:avLst/>
            <a:gdLst/>
            <a:ahLst/>
            <a:cxnLst/>
            <a:rect r="r" b="b" t="t" l="l"/>
            <a:pathLst>
              <a:path h="1502888" w="1762448">
                <a:moveTo>
                  <a:pt x="0" y="0"/>
                </a:moveTo>
                <a:lnTo>
                  <a:pt x="1762448" y="0"/>
                </a:lnTo>
                <a:lnTo>
                  <a:pt x="1762448" y="1502887"/>
                </a:lnTo>
                <a:lnTo>
                  <a:pt x="0" y="1502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405166" y="1230454"/>
            <a:ext cx="947766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IDS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49960" y="3617539"/>
            <a:ext cx="5988081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Network Traffic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↓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Packet Capture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↓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Rule Analysis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↓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Threat Detection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↓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Alert Generation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47048" y="3082239"/>
            <a:ext cx="10189752" cy="2757450"/>
            <a:chOff x="0" y="0"/>
            <a:chExt cx="2683721" cy="7262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651199" y="3066253"/>
            <a:ext cx="2550037" cy="2757450"/>
            <a:chOff x="0" y="0"/>
            <a:chExt cx="671615" cy="72624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47048" y="6208101"/>
            <a:ext cx="10189752" cy="2757450"/>
            <a:chOff x="0" y="0"/>
            <a:chExt cx="2683721" cy="72624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38749" y="0"/>
                  </a:moveTo>
                  <a:lnTo>
                    <a:pt x="2644972" y="0"/>
                  </a:lnTo>
                  <a:cubicBezTo>
                    <a:pt x="2666373" y="0"/>
                    <a:pt x="2683721" y="17348"/>
                    <a:pt x="2683721" y="38749"/>
                  </a:cubicBezTo>
                  <a:lnTo>
                    <a:pt x="2683721" y="687494"/>
                  </a:lnTo>
                  <a:cubicBezTo>
                    <a:pt x="2683721" y="697770"/>
                    <a:pt x="2679638" y="707626"/>
                    <a:pt x="2672372" y="714893"/>
                  </a:cubicBezTo>
                  <a:cubicBezTo>
                    <a:pt x="2665105" y="722160"/>
                    <a:pt x="2655249" y="726242"/>
                    <a:pt x="2644972" y="726242"/>
                  </a:cubicBezTo>
                  <a:lnTo>
                    <a:pt x="38749" y="726242"/>
                  </a:lnTo>
                  <a:cubicBezTo>
                    <a:pt x="28472" y="726242"/>
                    <a:pt x="18616" y="722160"/>
                    <a:pt x="11349" y="714893"/>
                  </a:cubicBezTo>
                  <a:cubicBezTo>
                    <a:pt x="4082" y="707626"/>
                    <a:pt x="0" y="697770"/>
                    <a:pt x="0" y="687494"/>
                  </a:cubicBezTo>
                  <a:lnTo>
                    <a:pt x="0" y="38749"/>
                  </a:lnTo>
                  <a:cubicBezTo>
                    <a:pt x="0" y="28472"/>
                    <a:pt x="4082" y="18616"/>
                    <a:pt x="11349" y="11349"/>
                  </a:cubicBezTo>
                  <a:cubicBezTo>
                    <a:pt x="18616" y="4082"/>
                    <a:pt x="28472" y="0"/>
                    <a:pt x="38749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51199" y="6192114"/>
            <a:ext cx="2550037" cy="2757450"/>
            <a:chOff x="0" y="0"/>
            <a:chExt cx="671615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154836" y="0"/>
                  </a:moveTo>
                  <a:lnTo>
                    <a:pt x="516779" y="0"/>
                  </a:lnTo>
                  <a:cubicBezTo>
                    <a:pt x="602292" y="0"/>
                    <a:pt x="671615" y="69322"/>
                    <a:pt x="671615" y="154836"/>
                  </a:cubicBezTo>
                  <a:lnTo>
                    <a:pt x="671615" y="571406"/>
                  </a:lnTo>
                  <a:cubicBezTo>
                    <a:pt x="671615" y="656919"/>
                    <a:pt x="602292" y="726242"/>
                    <a:pt x="516779" y="726242"/>
                  </a:cubicBezTo>
                  <a:lnTo>
                    <a:pt x="154836" y="726242"/>
                  </a:lnTo>
                  <a:cubicBezTo>
                    <a:pt x="69322" y="726242"/>
                    <a:pt x="0" y="656919"/>
                    <a:pt x="0" y="571406"/>
                  </a:cubicBezTo>
                  <a:lnTo>
                    <a:pt x="0" y="154836"/>
                  </a:lnTo>
                  <a:cubicBezTo>
                    <a:pt x="0" y="69322"/>
                    <a:pt x="69322" y="0"/>
                    <a:pt x="154836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966728" y="3775365"/>
            <a:ext cx="1918979" cy="1371198"/>
          </a:xfrm>
          <a:custGeom>
            <a:avLst/>
            <a:gdLst/>
            <a:ahLst/>
            <a:cxnLst/>
            <a:rect r="r" b="b" t="t" l="l"/>
            <a:pathLst>
              <a:path h="1371198" w="1918979">
                <a:moveTo>
                  <a:pt x="0" y="0"/>
                </a:moveTo>
                <a:lnTo>
                  <a:pt x="1918979" y="0"/>
                </a:lnTo>
                <a:lnTo>
                  <a:pt x="1918979" y="1371198"/>
                </a:lnTo>
                <a:lnTo>
                  <a:pt x="0" y="1371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2893938" y="6626519"/>
            <a:ext cx="1920614" cy="1920614"/>
          </a:xfrm>
          <a:custGeom>
            <a:avLst/>
            <a:gdLst/>
            <a:ahLst/>
            <a:cxnLst/>
            <a:rect r="r" b="b" t="t" l="l"/>
            <a:pathLst>
              <a:path h="1920614" w="1920614">
                <a:moveTo>
                  <a:pt x="0" y="0"/>
                </a:moveTo>
                <a:lnTo>
                  <a:pt x="1920614" y="0"/>
                </a:lnTo>
                <a:lnTo>
                  <a:pt x="1920614" y="1920614"/>
                </a:lnTo>
                <a:lnTo>
                  <a:pt x="0" y="19206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854245" y="1230454"/>
            <a:ext cx="987661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IMPLEMENTATION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899875" y="3432788"/>
            <a:ext cx="9212114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IDS captures packets using Scapy and analyzes them in real time.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5899875" y="6558649"/>
            <a:ext cx="921211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system checks packets against predefined security rules and generates alerts when suspicious activity is detected.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542769" y="6527165"/>
            <a:ext cx="11202463" cy="1485892"/>
          </a:xfrm>
          <a:custGeom>
            <a:avLst/>
            <a:gdLst/>
            <a:ahLst/>
            <a:cxnLst/>
            <a:rect r="r" b="b" t="t" l="l"/>
            <a:pathLst>
              <a:path h="1485892" w="11202463">
                <a:moveTo>
                  <a:pt x="0" y="0"/>
                </a:moveTo>
                <a:lnTo>
                  <a:pt x="11202462" y="0"/>
                </a:lnTo>
                <a:lnTo>
                  <a:pt x="11202462" y="1485892"/>
                </a:lnTo>
                <a:lnTo>
                  <a:pt x="0" y="14858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8484" y="6909426"/>
            <a:ext cx="3659709" cy="1776622"/>
          </a:xfrm>
          <a:custGeom>
            <a:avLst/>
            <a:gdLst/>
            <a:ahLst/>
            <a:cxnLst/>
            <a:rect r="r" b="b" t="t" l="l"/>
            <a:pathLst>
              <a:path h="1776622" w="3659709">
                <a:moveTo>
                  <a:pt x="0" y="0"/>
                </a:moveTo>
                <a:lnTo>
                  <a:pt x="3659709" y="0"/>
                </a:lnTo>
                <a:lnTo>
                  <a:pt x="3659709" y="1776622"/>
                </a:lnTo>
                <a:lnTo>
                  <a:pt x="0" y="17766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136219" y="6190824"/>
            <a:ext cx="1924024" cy="1675650"/>
          </a:xfrm>
          <a:custGeom>
            <a:avLst/>
            <a:gdLst/>
            <a:ahLst/>
            <a:cxnLst/>
            <a:rect r="r" b="b" t="t" l="l"/>
            <a:pathLst>
              <a:path h="1675650" w="1924024">
                <a:moveTo>
                  <a:pt x="0" y="0"/>
                </a:moveTo>
                <a:lnTo>
                  <a:pt x="1924024" y="0"/>
                </a:lnTo>
                <a:lnTo>
                  <a:pt x="1924024" y="1675649"/>
                </a:lnTo>
                <a:lnTo>
                  <a:pt x="0" y="16756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057223" y="3388360"/>
            <a:ext cx="10173554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IDS successfully generated alerts for: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Excessive ICMP traffic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Excessive SYN packets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Suspicious port access attempts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99745" y="1230454"/>
            <a:ext cx="1168851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DETECTION RESULTS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558773" y="3850754"/>
            <a:ext cx="2339674" cy="2872368"/>
          </a:xfrm>
          <a:custGeom>
            <a:avLst/>
            <a:gdLst/>
            <a:ahLst/>
            <a:cxnLst/>
            <a:rect r="r" b="b" t="t" l="l"/>
            <a:pathLst>
              <a:path h="2872368" w="2339674">
                <a:moveTo>
                  <a:pt x="0" y="0"/>
                </a:moveTo>
                <a:lnTo>
                  <a:pt x="2339675" y="0"/>
                </a:lnTo>
                <a:lnTo>
                  <a:pt x="2339675" y="2872368"/>
                </a:lnTo>
                <a:lnTo>
                  <a:pt x="0" y="28723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9663" y="5206652"/>
            <a:ext cx="1999444" cy="1661356"/>
          </a:xfrm>
          <a:custGeom>
            <a:avLst/>
            <a:gdLst/>
            <a:ahLst/>
            <a:cxnLst/>
            <a:rect r="r" b="b" t="t" l="l"/>
            <a:pathLst>
              <a:path h="1661356" w="1999444">
                <a:moveTo>
                  <a:pt x="0" y="0"/>
                </a:moveTo>
                <a:lnTo>
                  <a:pt x="1999444" y="0"/>
                </a:lnTo>
                <a:lnTo>
                  <a:pt x="1999444" y="1661357"/>
                </a:lnTo>
                <a:lnTo>
                  <a:pt x="0" y="16613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057223" y="3388360"/>
            <a:ext cx="10173554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Detects suspicious network activity.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Provides real-time monitoring.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Helps identify attacks early.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Improves network visibility.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Enhances security awareness.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99745" y="1230454"/>
            <a:ext cx="1168851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ADVANTAGES OF IDS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02337" y="3284462"/>
            <a:ext cx="8133191" cy="6440854"/>
            <a:chOff x="0" y="0"/>
            <a:chExt cx="2142075" cy="169635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2075" cy="1696357"/>
            </a:xfrm>
            <a:custGeom>
              <a:avLst/>
              <a:gdLst/>
              <a:ahLst/>
              <a:cxnLst/>
              <a:rect r="r" b="b" t="t" l="l"/>
              <a:pathLst>
                <a:path h="1696357" w="2142075">
                  <a:moveTo>
                    <a:pt x="30461" y="0"/>
                  </a:moveTo>
                  <a:lnTo>
                    <a:pt x="2111615" y="0"/>
                  </a:lnTo>
                  <a:cubicBezTo>
                    <a:pt x="2128437" y="0"/>
                    <a:pt x="2142075" y="13638"/>
                    <a:pt x="2142075" y="30461"/>
                  </a:cubicBezTo>
                  <a:lnTo>
                    <a:pt x="2142075" y="1665896"/>
                  </a:lnTo>
                  <a:cubicBezTo>
                    <a:pt x="2142075" y="1682719"/>
                    <a:pt x="2128437" y="1696357"/>
                    <a:pt x="2111615" y="1696357"/>
                  </a:cubicBezTo>
                  <a:lnTo>
                    <a:pt x="30461" y="1696357"/>
                  </a:lnTo>
                  <a:cubicBezTo>
                    <a:pt x="13638" y="1696357"/>
                    <a:pt x="0" y="1682719"/>
                    <a:pt x="0" y="1665896"/>
                  </a:cubicBezTo>
                  <a:lnTo>
                    <a:pt x="0" y="30461"/>
                  </a:lnTo>
                  <a:cubicBezTo>
                    <a:pt x="0" y="13638"/>
                    <a:pt x="13638" y="0"/>
                    <a:pt x="3046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42075" cy="173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67036" y="3499160"/>
            <a:ext cx="1050583" cy="105058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969558" y="3430483"/>
            <a:ext cx="645538" cy="1000545"/>
          </a:xfrm>
          <a:custGeom>
            <a:avLst/>
            <a:gdLst/>
            <a:ahLst/>
            <a:cxnLst/>
            <a:rect r="r" b="b" t="t" l="l"/>
            <a:pathLst>
              <a:path h="1000545" w="645538">
                <a:moveTo>
                  <a:pt x="0" y="0"/>
                </a:moveTo>
                <a:lnTo>
                  <a:pt x="645539" y="0"/>
                </a:lnTo>
                <a:lnTo>
                  <a:pt x="645539" y="1000546"/>
                </a:lnTo>
                <a:lnTo>
                  <a:pt x="0" y="10005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150712" y="3357571"/>
            <a:ext cx="1456128" cy="1146370"/>
          </a:xfrm>
          <a:custGeom>
            <a:avLst/>
            <a:gdLst/>
            <a:ahLst/>
            <a:cxnLst/>
            <a:rect r="r" b="b" t="t" l="l"/>
            <a:pathLst>
              <a:path h="1146370" w="1456128">
                <a:moveTo>
                  <a:pt x="0" y="0"/>
                </a:moveTo>
                <a:lnTo>
                  <a:pt x="1456127" y="0"/>
                </a:lnTo>
                <a:lnTo>
                  <a:pt x="1456127" y="1146370"/>
                </a:lnTo>
                <a:lnTo>
                  <a:pt x="0" y="11463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651000" y="8390986"/>
            <a:ext cx="1114154" cy="1187702"/>
          </a:xfrm>
          <a:custGeom>
            <a:avLst/>
            <a:gdLst/>
            <a:ahLst/>
            <a:cxnLst/>
            <a:rect r="r" b="b" t="t" l="l"/>
            <a:pathLst>
              <a:path h="1187702" w="1114154">
                <a:moveTo>
                  <a:pt x="0" y="0"/>
                </a:moveTo>
                <a:lnTo>
                  <a:pt x="1114154" y="0"/>
                </a:lnTo>
                <a:lnTo>
                  <a:pt x="1114154" y="1187702"/>
                </a:lnTo>
                <a:lnTo>
                  <a:pt x="0" y="11877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370855" y="1312787"/>
            <a:ext cx="1451712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FUTURE ENHANCEMENTS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86379" y="3453558"/>
            <a:ext cx="4956318" cy="6045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65"/>
              </a:lnSpc>
            </a:pPr>
            <a:r>
              <a:rPr lang="en-US" sz="311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Email notifications</a:t>
            </a:r>
          </a:p>
          <a:p>
            <a:pPr algn="just">
              <a:lnSpc>
                <a:spcPts val="4365"/>
              </a:lnSpc>
            </a:pPr>
          </a:p>
          <a:p>
            <a:pPr algn="just">
              <a:lnSpc>
                <a:spcPts val="4365"/>
              </a:lnSpc>
            </a:pPr>
            <a:r>
              <a:rPr lang="en-US" sz="311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Log file generation</a:t>
            </a:r>
          </a:p>
          <a:p>
            <a:pPr algn="just">
              <a:lnSpc>
                <a:spcPts val="4365"/>
              </a:lnSpc>
            </a:pPr>
          </a:p>
          <a:p>
            <a:pPr algn="just">
              <a:lnSpc>
                <a:spcPts val="4365"/>
              </a:lnSpc>
            </a:pPr>
            <a:r>
              <a:rPr lang="en-US" sz="311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Graphical user interface</a:t>
            </a:r>
          </a:p>
          <a:p>
            <a:pPr algn="just">
              <a:lnSpc>
                <a:spcPts val="4365"/>
              </a:lnSpc>
            </a:pPr>
          </a:p>
          <a:p>
            <a:pPr algn="just">
              <a:lnSpc>
                <a:spcPts val="4365"/>
              </a:lnSpc>
            </a:pPr>
            <a:r>
              <a:rPr lang="en-US" sz="311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Advanced attack detection</a:t>
            </a:r>
          </a:p>
          <a:p>
            <a:pPr algn="just">
              <a:lnSpc>
                <a:spcPts val="4365"/>
              </a:lnSpc>
            </a:pPr>
          </a:p>
          <a:p>
            <a:pPr algn="just">
              <a:lnSpc>
                <a:spcPts val="4365"/>
              </a:lnSpc>
            </a:pPr>
            <a:r>
              <a:rPr lang="en-US" sz="311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Machine learning integration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41890" y="3464910"/>
            <a:ext cx="1909809" cy="2344631"/>
          </a:xfrm>
          <a:custGeom>
            <a:avLst/>
            <a:gdLst/>
            <a:ahLst/>
            <a:cxnLst/>
            <a:rect r="r" b="b" t="t" l="l"/>
            <a:pathLst>
              <a:path h="2344631" w="1909809">
                <a:moveTo>
                  <a:pt x="0" y="0"/>
                </a:moveTo>
                <a:lnTo>
                  <a:pt x="1909809" y="0"/>
                </a:lnTo>
                <a:lnTo>
                  <a:pt x="1909809" y="2344632"/>
                </a:lnTo>
                <a:lnTo>
                  <a:pt x="0" y="2344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394297" y="4637226"/>
            <a:ext cx="1499299" cy="1987022"/>
          </a:xfrm>
          <a:custGeom>
            <a:avLst/>
            <a:gdLst/>
            <a:ahLst/>
            <a:cxnLst/>
            <a:rect r="r" b="b" t="t" l="l"/>
            <a:pathLst>
              <a:path h="1987022" w="1499299">
                <a:moveTo>
                  <a:pt x="0" y="0"/>
                </a:moveTo>
                <a:lnTo>
                  <a:pt x="1499299" y="0"/>
                </a:lnTo>
                <a:lnTo>
                  <a:pt x="1499299" y="1987022"/>
                </a:lnTo>
                <a:lnTo>
                  <a:pt x="0" y="1987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64747" y="1230454"/>
            <a:ext cx="955850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41606" y="3647628"/>
            <a:ext cx="10004788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project demonstrates a basic Network Intrusion Detection System using Python and Scapy.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IDS successfully monitors network traffic and generates alerts for suspicious activities.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54559" y="6283337"/>
            <a:ext cx="6578882" cy="1023974"/>
            <a:chOff x="0" y="0"/>
            <a:chExt cx="1732710" cy="2696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45186" y="6366699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By Om Mehra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DAHNCsg1gZw</dc:identifier>
  <dcterms:modified xsi:type="dcterms:W3CDTF">2011-08-01T06:04:30Z</dcterms:modified>
  <cp:revision>1</cp:revision>
  <dc:title>Creative Brief</dc:title>
</cp:coreProperties>
</file>